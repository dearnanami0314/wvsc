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1" r:id="rId5"/>
    <p:sldId id="257" r:id="rId6"/>
    <p:sldId id="262" r:id="rId7"/>
    <p:sldId id="258" r:id="rId8"/>
    <p:sldId id="263" r:id="rId9"/>
    <p:sldId id="259" r:id="rId10"/>
    <p:sldId id="266" r:id="rId11"/>
    <p:sldId id="264" r:id="rId12"/>
    <p:sldId id="267" r:id="rId13"/>
    <p:sldId id="268" r:id="rId14"/>
    <p:sldId id="265" r:id="rId15"/>
    <p:sldId id="269" r:id="rId16"/>
    <p:sldId id="270" r:id="rId17"/>
    <p:sldId id="272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zh-CN" altLang="en-US"/>
              <a:t>工作流程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0" y="0"/>
            <a:ext cx="5273675" cy="7293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MVP</a:t>
            </a:r>
            <a:r>
              <a:rPr lang="zh-CN" altLang="en-US"/>
              <a:t>完成顺序（建议</a:t>
            </a:r>
            <a:r>
              <a:rPr lang="en-US" altLang="zh-CN"/>
              <a:t> 8 </a:t>
            </a:r>
            <a:r>
              <a:rPr lang="zh-CN" altLang="en-US"/>
              <a:t>步）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定义全局事件与基础配置（地基）</a:t>
            </a:r>
            <a:endParaRPr lang="zh-CN" altLang="en-US"/>
          </a:p>
          <a:p>
            <a:r>
              <a:rPr lang="en-US" altLang="zh-CN"/>
              <a:t>global/events.gd</a:t>
            </a:r>
            <a:endParaRPr lang="en-US" altLang="zh-CN"/>
          </a:p>
          <a:p>
            <a:r>
              <a:rPr lang="en-US" altLang="zh-CN"/>
              <a:t>global/game_config.gd</a:t>
            </a:r>
            <a:endParaRPr lang="en-US" altLang="zh-CN"/>
          </a:p>
          <a:p>
            <a:r>
              <a:rPr lang="zh-CN" altLang="en-US"/>
              <a:t>先把回合、出牌、抽弃牌、胜负这些信号名定住，后面不容易返工。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搭战斗主编排骨架（空流程先跑通）</a:t>
            </a:r>
            <a:endParaRPr lang="zh-CN" altLang="en-US"/>
          </a:p>
          <a:p>
            <a:r>
              <a:rPr lang="en-US" altLang="zh-CN"/>
              <a:t>battle/battle_controller.gd</a:t>
            </a:r>
            <a:endParaRPr lang="en-US" altLang="zh-CN"/>
          </a:p>
          <a:p>
            <a:r>
              <a:rPr lang="en-US" altLang="zh-CN"/>
              <a:t>core/turn/phase.gd</a:t>
            </a:r>
            <a:endParaRPr lang="en-US" altLang="zh-CN"/>
          </a:p>
          <a:p>
            <a:r>
              <a:rPr lang="en-US" altLang="zh-CN"/>
              <a:t>core/turn/turn_manager.gd</a:t>
            </a:r>
            <a:endParaRPr lang="en-US" altLang="zh-CN"/>
          </a:p>
          <a:p>
            <a:r>
              <a:rPr lang="zh-CN" altLang="en-US"/>
              <a:t>目标：即使还没卡牌，也能在日志里看到</a:t>
            </a:r>
            <a:r>
              <a:rPr lang="en-US" altLang="zh-CN"/>
              <a:t>“</a:t>
            </a:r>
            <a:r>
              <a:rPr lang="zh-CN" altLang="en-US"/>
              <a:t>玩家回合</a:t>
            </a:r>
            <a:r>
              <a:rPr lang="en-US" altLang="en-US"/>
              <a:t>→</a:t>
            </a:r>
            <a:r>
              <a:rPr lang="zh-CN" altLang="en-US"/>
              <a:t>敌方回合</a:t>
            </a:r>
            <a:r>
              <a:rPr lang="en-US" altLang="en-US"/>
              <a:t>→</a:t>
            </a:r>
            <a:r>
              <a:rPr lang="zh-CN" altLang="en-US"/>
              <a:t>下一回合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实现牌堆最小系统（抽</a:t>
            </a:r>
            <a:r>
              <a:rPr lang="en-US" altLang="zh-CN"/>
              <a:t>/</a:t>
            </a:r>
            <a:r>
              <a:rPr lang="zh-CN" altLang="en-US"/>
              <a:t>弃</a:t>
            </a:r>
            <a:r>
              <a:rPr lang="en-US" altLang="zh-CN"/>
              <a:t>/</a:t>
            </a:r>
            <a:r>
              <a:rPr lang="zh-CN" altLang="en-US"/>
              <a:t>手牌）</a:t>
            </a:r>
            <a:endParaRPr lang="zh-CN" altLang="en-US"/>
          </a:p>
          <a:p>
            <a:r>
              <a:rPr lang="en-US" altLang="zh-CN"/>
              <a:t>deck/deck_manager.gd</a:t>
            </a:r>
            <a:endParaRPr lang="en-US" altLang="zh-CN"/>
          </a:p>
          <a:p>
            <a:r>
              <a:rPr lang="en-US" altLang="zh-CN"/>
              <a:t>deck/draw_system.gd</a:t>
            </a:r>
            <a:endParaRPr lang="en-US" altLang="zh-CN"/>
          </a:p>
          <a:p>
            <a:r>
              <a:rPr lang="en-US" altLang="zh-CN"/>
              <a:t>deck/discard_system.gd</a:t>
            </a:r>
            <a:endParaRPr lang="en-US" altLang="zh-CN"/>
          </a:p>
          <a:p>
            <a:r>
              <a:rPr lang="en-US" altLang="zh-CN"/>
              <a:t>deck/hand_manager.gd</a:t>
            </a:r>
            <a:endParaRPr lang="en-US" altLang="zh-CN"/>
          </a:p>
          <a:p>
            <a:r>
              <a:rPr lang="zh-CN" altLang="en-US"/>
              <a:t>目标：能抽牌进手、弃牌出手、牌堆计数更新。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接入玩家控制器（让玩家能做事）</a:t>
            </a:r>
            <a:endParaRPr lang="zh-CN" altLang="en-US"/>
          </a:p>
          <a:p>
            <a:r>
              <a:rPr lang="en-US" altLang="zh-CN"/>
              <a:t>battle/player_controller.gd</a:t>
            </a:r>
            <a:endParaRPr lang="en-US" altLang="zh-CN"/>
          </a:p>
          <a:p>
            <a:r>
              <a:rPr lang="en-US" altLang="zh-CN"/>
              <a:t>core/rules/card_play_rule.gd</a:t>
            </a:r>
            <a:endParaRPr lang="en-US" altLang="zh-CN"/>
          </a:p>
          <a:p>
            <a:r>
              <a:rPr lang="zh-CN" altLang="en-US"/>
              <a:t>目标：玩家可</a:t>
            </a:r>
            <a:r>
              <a:rPr lang="en-US" altLang="zh-CN"/>
              <a:t>“</a:t>
            </a:r>
            <a:r>
              <a:rPr lang="zh-CN" altLang="en-US"/>
              <a:t>选择并打出</a:t>
            </a:r>
            <a:r>
              <a:rPr lang="en-US" altLang="zh-CN"/>
              <a:t>”</a:t>
            </a:r>
            <a:r>
              <a:rPr lang="zh-CN" altLang="en-US"/>
              <a:t>卡（先不做复杂效果）。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65750" y="0"/>
            <a:ext cx="7586345" cy="6739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5.</a:t>
            </a:r>
            <a:r>
              <a:rPr lang="zh-CN" altLang="en-US"/>
              <a:t>实现牌型识别（</a:t>
            </a:r>
            <a:r>
              <a:rPr lang="en-US" altLang="zh-CN"/>
              <a:t>MVP</a:t>
            </a:r>
            <a:r>
              <a:rPr lang="zh-CN" altLang="en-US"/>
              <a:t>仅</a:t>
            </a:r>
            <a:r>
              <a:rPr lang="en-US" altLang="zh-CN"/>
              <a:t>3</a:t>
            </a:r>
            <a:r>
              <a:rPr lang="zh-CN" altLang="en-US"/>
              <a:t>种）</a:t>
            </a:r>
            <a:endParaRPr lang="zh-CN" altLang="en-US"/>
          </a:p>
          <a:p>
            <a:r>
              <a:rPr lang="en-US" altLang="zh-CN"/>
              <a:t>core/pattern/pattern_types.gd</a:t>
            </a:r>
            <a:endParaRPr lang="en-US" altLang="zh-CN"/>
          </a:p>
          <a:p>
            <a:r>
              <a:rPr lang="en-US" altLang="zh-CN"/>
              <a:t>core/pattern/pattern_engine.gd</a:t>
            </a:r>
            <a:endParaRPr lang="en-US" altLang="zh-CN"/>
          </a:p>
          <a:p>
            <a:r>
              <a:rPr lang="zh-CN" altLang="en-US"/>
              <a:t>只做：单张</a:t>
            </a:r>
            <a:r>
              <a:rPr lang="en-US" altLang="zh-CN"/>
              <a:t> / </a:t>
            </a:r>
            <a:r>
              <a:rPr lang="zh-CN" altLang="en-US"/>
              <a:t>对子</a:t>
            </a:r>
            <a:r>
              <a:rPr lang="en-US" altLang="zh-CN"/>
              <a:t> / </a:t>
            </a:r>
            <a:r>
              <a:rPr lang="zh-CN" altLang="en-US"/>
              <a:t>三条。</a:t>
            </a:r>
            <a:endParaRPr lang="zh-CN" altLang="en-US"/>
          </a:p>
          <a:p>
            <a:r>
              <a:rPr lang="zh-CN" altLang="en-US"/>
              <a:t>目标：出牌时能识别牌型并返回结果给结算器。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6.</a:t>
            </a:r>
            <a:r>
              <a:rPr lang="zh-CN" altLang="en-US"/>
              <a:t>实现技能与伤害结算（</a:t>
            </a:r>
            <a:r>
              <a:rPr lang="en-US" altLang="zh-CN"/>
              <a:t>A</a:t>
            </a:r>
            <a:r>
              <a:rPr lang="zh-CN" altLang="en-US"/>
              <a:t>版生命规则）</a:t>
            </a:r>
            <a:endParaRPr lang="zh-CN" altLang="en-US"/>
          </a:p>
          <a:p>
            <a:r>
              <a:rPr lang="en-US" altLang="zh-CN"/>
              <a:t>core/resolver/skill_resolver.gd</a:t>
            </a:r>
            <a:endParaRPr lang="en-US" altLang="zh-CN"/>
          </a:p>
          <a:p>
            <a:r>
              <a:rPr lang="en-US" altLang="zh-CN"/>
              <a:t>core/rules/damage_rule.gd</a:t>
            </a:r>
            <a:r>
              <a:rPr lang="zh-CN" altLang="en-US"/>
              <a:t>（受伤</a:t>
            </a:r>
            <a:r>
              <a:rPr lang="en-US" altLang="zh-CN"/>
              <a:t>=</a:t>
            </a:r>
            <a:r>
              <a:rPr lang="zh-CN" altLang="en-US"/>
              <a:t>弃牌）</a:t>
            </a:r>
            <a:endParaRPr lang="zh-CN" altLang="en-US"/>
          </a:p>
          <a:p>
            <a:r>
              <a:rPr lang="en-US" altLang="zh-CN"/>
              <a:t>core/rules/defeat_rule.gd</a:t>
            </a:r>
            <a:endParaRPr lang="en-US" altLang="zh-CN"/>
          </a:p>
          <a:p>
            <a:r>
              <a:rPr lang="zh-CN" altLang="en-US"/>
              <a:t>目标：打出牌有伤害；受伤会弃牌；触发胜负。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7.</a:t>
            </a:r>
            <a:r>
              <a:rPr lang="zh-CN" altLang="en-US"/>
              <a:t>接入敌方最简</a:t>
            </a:r>
            <a:r>
              <a:rPr lang="en-US" altLang="zh-CN"/>
              <a:t>AI</a:t>
            </a:r>
            <a:endParaRPr lang="en-US" altLang="zh-CN"/>
          </a:p>
          <a:p>
            <a:r>
              <a:rPr lang="en-US" altLang="zh-CN"/>
              <a:t>battle/enemy_controller.gd</a:t>
            </a:r>
            <a:endParaRPr lang="en-US" altLang="zh-CN"/>
          </a:p>
          <a:p>
            <a:r>
              <a:rPr lang="en-US" altLang="zh-CN"/>
              <a:t>battle/ai/enemy_ai_base.gd</a:t>
            </a:r>
            <a:endParaRPr lang="en-US" altLang="zh-CN"/>
          </a:p>
          <a:p>
            <a:r>
              <a:rPr lang="en-US" altLang="zh-CN"/>
              <a:t>battle/ai/simple_weight_ai.gd</a:t>
            </a:r>
            <a:endParaRPr lang="en-US" altLang="zh-CN"/>
          </a:p>
          <a:p>
            <a:r>
              <a:rPr lang="zh-CN" altLang="en-US"/>
              <a:t>目标：敌人每回合至少稳定执行一个动作（攻击</a:t>
            </a:r>
            <a:r>
              <a:rPr lang="en-US" altLang="zh-CN"/>
              <a:t>/</a:t>
            </a:r>
            <a:r>
              <a:rPr lang="zh-CN" altLang="en-US"/>
              <a:t>防御二选一都行）。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8.</a:t>
            </a:r>
            <a:r>
              <a:rPr lang="zh-CN" altLang="en-US"/>
              <a:t>补最小</a:t>
            </a:r>
            <a:r>
              <a:rPr lang="en-US" altLang="zh-CN"/>
              <a:t>UI</a:t>
            </a:r>
            <a:r>
              <a:rPr lang="zh-CN" altLang="en-US"/>
              <a:t>与冒烟测试</a:t>
            </a:r>
            <a:endParaRPr lang="zh-CN" altLang="en-US"/>
          </a:p>
          <a:p>
            <a:r>
              <a:rPr lang="en-US" altLang="zh-CN"/>
              <a:t>scenes/battle/battle_hud.tscn</a:t>
            </a:r>
            <a:endParaRPr lang="en-US" altLang="zh-CN"/>
          </a:p>
          <a:p>
            <a:r>
              <a:rPr lang="en-US" altLang="zh-CN"/>
              <a:t>scenes/card/hand_ui.tscn / pattern_hint_ui.tscn / intent_ui.tscn</a:t>
            </a:r>
            <a:endParaRPr lang="en-US" altLang="zh-CN"/>
          </a:p>
          <a:p>
            <a:r>
              <a:rPr lang="en-US" altLang="zh-CN"/>
              <a:t>ui/widgets/deck_count_widget.tscn</a:t>
            </a:r>
            <a:endParaRPr lang="en-US" altLang="zh-CN"/>
          </a:p>
          <a:p>
            <a:r>
              <a:rPr lang="en-US" altLang="zh-CN"/>
              <a:t>tests/core/* + tests/battle/test_battle_loop.gd</a:t>
            </a:r>
            <a:endParaRPr lang="en-US" altLang="zh-CN"/>
          </a:p>
          <a:p>
            <a:r>
              <a:rPr lang="zh-CN" altLang="en-US"/>
              <a:t>目标：你能完整打一局（可胜可败），并且知道失败发生在哪。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DAY 1 </a:t>
            </a:r>
            <a:r>
              <a:rPr lang="zh-CN" altLang="en-US"/>
              <a:t>目标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15" y="1605280"/>
            <a:ext cx="541782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DAY 1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5675" y="4483735"/>
            <a:ext cx="10279380" cy="2286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75" y="1691005"/>
            <a:ext cx="5562600" cy="26898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140" y="1691005"/>
            <a:ext cx="573786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DAY 2 </a:t>
            </a:r>
            <a:r>
              <a:rPr lang="zh-CN" altLang="en-US"/>
              <a:t>目标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5845" y="1548130"/>
            <a:ext cx="37217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DAY 2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6865" y="1691005"/>
            <a:ext cx="6110861" cy="3291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700" y="1099820"/>
            <a:ext cx="5067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DAY 2.5 </a:t>
            </a:r>
            <a:r>
              <a:rPr lang="zh-CN" altLang="en-US"/>
              <a:t>目标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8345" y="2524760"/>
            <a:ext cx="4594860" cy="135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DAY 3 </a:t>
            </a:r>
            <a:r>
              <a:rPr lang="zh-CN" altLang="en-US"/>
              <a:t>目标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7100" y="1517015"/>
            <a:ext cx="482282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DAY 3.5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0" y="365125"/>
            <a:ext cx="5757545" cy="6085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DAY 4 </a:t>
            </a:r>
            <a:r>
              <a:rPr lang="zh-CN" altLang="en-US"/>
              <a:t>目标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5990" y="1393190"/>
            <a:ext cx="441515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DAY 4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6945" y="1825625"/>
            <a:ext cx="1027747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DAY 4.5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5425" y="2390775"/>
            <a:ext cx="496062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DAY 5 </a:t>
            </a:r>
            <a:r>
              <a:rPr lang="zh-CN" altLang="en-US"/>
              <a:t>目标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510" y="1083310"/>
            <a:ext cx="4983480" cy="5288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35" y="689610"/>
            <a:ext cx="10340340" cy="2804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915" y="4431030"/>
            <a:ext cx="7505700" cy="12877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总结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20" y="1342390"/>
            <a:ext cx="10241280" cy="53873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总结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1005"/>
            <a:ext cx="1021842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WPS 演示</Application>
  <PresentationFormat>宽屏</PresentationFormat>
  <Paragraphs>80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工作流程</vt:lpstr>
      <vt:lpstr>PowerPoint 演示文稿</vt:lpstr>
      <vt:lpstr>DAY 1 目标</vt:lpstr>
      <vt:lpstr>DAY 1</vt:lpstr>
      <vt:lpstr>DAY 2 目标</vt:lpstr>
      <vt:lpstr>DAY 2</vt:lpstr>
      <vt:lpstr>DAY 2.5 目标</vt:lpstr>
      <vt:lpstr>DAY 3 目标 </vt:lpstr>
      <vt:lpstr>PowerPoint 演示文稿</vt:lpstr>
      <vt:lpstr>DAY 4 目标 </vt:lpstr>
      <vt:lpstr>PowerPoint 演示文稿</vt:lpstr>
      <vt:lpstr>PowerPoint 演示文稿</vt:lpstr>
      <vt:lpstr>DAY 5 目标 </vt:lpstr>
      <vt:lpstr>PowerPoint 演示文稿</vt:lpstr>
      <vt:lpstr>PowerPoint 演示文稿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失落的冥王星</cp:lastModifiedBy>
  <cp:revision>10</cp:revision>
  <dcterms:created xsi:type="dcterms:W3CDTF">2023-08-09T12:44:00Z</dcterms:created>
  <dcterms:modified xsi:type="dcterms:W3CDTF">2026-03-18T10:07:29Z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4E4C631E0B304A14B24092DD5678C83F_12</vt:lpwstr>
  </property>
</Properties>
</file>