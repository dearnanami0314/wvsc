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Godot 卡牌游戏 MVP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类《杀戮尖塔》原型 · 5天完成版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0" y="3566160"/>
            <a:ext cx="3931920" cy="3657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8404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事件驱动 · 模块分层 · 技能结算 · 牌型系统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06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技术栈：Godot 4.6.1 + GDScript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录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02920" cy="50292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11887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项目概述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0" y="118872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目标、技术栈、架构风格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502920" cy="50292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0574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核心架构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0" y="205740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5层模块体系与调用关系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502920" cy="50292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9260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核心文件详解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029200" y="292608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每个文件的职责与示例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502920" cy="50292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37947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关键流程拆解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029200" y="379476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回合、出牌、技能、伤害的完整调用链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502920" cy="50292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709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46634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技能伤害表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029200" y="466344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牌型与技能的映射关系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5577840"/>
            <a:ext cx="502920" cy="50292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577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80160" y="55321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测试与验收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029200" y="553212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验证结果与运行方式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项目概述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749040" cy="5029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3749040" cy="10972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项目目标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33832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复刻《杀戮尖塔》核心战斗循环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MVP优先：最小可玩闭环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事件驱动、模块分层架构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1097280"/>
            <a:ext cx="3749040" cy="5029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43400" y="1097280"/>
            <a:ext cx="3749040" cy="109728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13716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26280" y="2011680"/>
            <a:ext cx="33832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Godot Engine 4.6.1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GDScript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事件总线（Autoload）模式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321040" y="1097280"/>
            <a:ext cx="3749040" cy="5029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21040" y="1097280"/>
            <a:ext cx="3749040" cy="109728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13716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开发周期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503920" y="2011680"/>
            <a:ext cx="33832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1: 基础架构与回合系统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2: 抽牌/弃牌/手牌系统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3: 卡牌UI与交互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4: 战斗闭环与AI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5: UI收口与测试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核心架构总览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194560" cy="5303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97280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06040" y="1097280"/>
            <a:ext cx="9235440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097280"/>
            <a:ext cx="8961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玩家操作 / 敌人AI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5727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0B0"/>
                </a:solidFill>
              </a:rPr>
              <a:t>↓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1737360"/>
            <a:ext cx="2194560" cy="5303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737360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BattleController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606040" y="1737360"/>
            <a:ext cx="9235440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1737360"/>
            <a:ext cx="8961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战斗总编排 · 驱动玩家回合 ↔ 敌方回合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22128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0B0"/>
                </a:solidFill>
              </a:rPr>
              <a:t>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" y="2377440"/>
            <a:ext cx="2194560" cy="53035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377440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TurnManager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606040" y="2377440"/>
            <a:ext cx="9235440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377440"/>
            <a:ext cx="8961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阶段推进 · TURN_START → DRAW → PLAY → DISCARD → TURN_END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28529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0B0"/>
                </a:solidFill>
              </a:rPr>
              <a:t>↓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65760" y="3017520"/>
            <a:ext cx="2194560" cy="530352"/>
          </a:xfrm>
          <a:prstGeom prst="rect">
            <a:avLst/>
          </a:prstGeom>
          <a:solidFill>
            <a:srgbClr val="D946EF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017520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Controller层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606040" y="3017520"/>
            <a:ext cx="9235440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D946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0" y="3017520"/>
            <a:ext cx="8961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PlayerController · EnemyController · Deck/Hand · PatternEngine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34440" y="349300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0B0"/>
                </a:solidFill>
              </a:rPr>
              <a:t>↓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65760" y="3657600"/>
            <a:ext cx="2194560" cy="530352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3657600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Resolver/Rule层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606040" y="3657600"/>
            <a:ext cx="9235440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3657600"/>
            <a:ext cx="8961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SkillResolver（技能结算）→ DamageRule（伤害）→ DefeatRule（胜负）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34440" y="41330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0B0"/>
                </a:solidFill>
              </a:rPr>
              <a:t>↓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65760" y="4297680"/>
            <a:ext cx="2194560" cy="5303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297680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Events总线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606040" y="4297680"/>
            <a:ext cx="9235440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0" y="4297680"/>
            <a:ext cx="8961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全模块解耦通信 · 广播信号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234440" y="47731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0B0"/>
                </a:solidFill>
              </a:rPr>
              <a:t>↓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5760" y="4937760"/>
            <a:ext cx="2194560" cy="530352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4937760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UI层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606040" y="4937760"/>
            <a:ext cx="9235440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4ECDC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4937760"/>
            <a:ext cx="8961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BattleHUD · HandUI · IntentUI · PatternHintUI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234440" y="54132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0B0"/>
                </a:solidFill>
              </a:rPr>
              <a:t>↓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65760" y="594360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特点：所有层间通信通过 Events 信号总线，避免直接耦合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核心文件详解 — Global &amp; Core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96012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global/events.gd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123444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【全局事件总线】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490472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Autoload单例，所有模块通过它解耦通信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746504"/>
            <a:ext cx="5669280" cy="530352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746504"/>
            <a:ext cx="5486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emit signal: Events.phase_changed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connect: Events.turn_started.connect(...)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4320" y="96012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global/game_config.gd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123444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【全局参数配置】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1490472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手牌上限、初始抽牌数等常量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746504"/>
            <a:ext cx="5669280" cy="530352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746504"/>
            <a:ext cx="5486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max_hand_size = 8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cards_per_turn = 5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74320" y="96012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core/turn/phase.gd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123444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【阶段枚举定义】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1490472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 Side 枚举(PLAYER/ENEMY)和 PlayerPhase 枚举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1746504"/>
            <a:ext cx="5669280" cy="530352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1746504"/>
            <a:ext cx="5486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PlayerPhase.TURN_START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PlayerPhase.PLAY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74320" y="96012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core/turn/turn_manager.gd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123444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【回合状态机】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" y="1490472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推进5阶段循环，触发 phase_changed 信号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1746504"/>
            <a:ext cx="5669280" cy="530352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1746504"/>
            <a:ext cx="5486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start_player_turn()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advance_phase()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126480" y="324612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core/pattern/pattern_types.gd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26480" y="352044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【牌型枚举】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26480" y="3776472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SINGLE/PAIR/THREE_OF_A_KIND 枚举值与比较函数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26480" y="4032504"/>
            <a:ext cx="5669280" cy="530352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0" y="4032504"/>
            <a:ext cx="5486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Type.SINGLE = 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Type.PAIR = 2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126480" y="324612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core/pattern/pattern_engine.gd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26480" y="352044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【牌型识别引擎】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26480" y="3776472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输入手牌数组，输出识别到的最优牌型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26480" y="4032504"/>
            <a:ext cx="5669280" cy="530352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33" name="Text 31"/>
          <p:cNvSpPr/>
          <p:nvPr/>
        </p:nvSpPr>
        <p:spPr>
          <a:xfrm>
            <a:off x="6217920" y="4032504"/>
            <a:ext cx="5486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detect([c1,c2,c3]) → PAIR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detect([c1]) → SINGLE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126480" y="324612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core/resolver/skill_resolver.gd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26480" y="352044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【技能结算器 ⭐】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126480" y="3776472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根据牌型查技能库，计算总伤害，发 skill_resolved 信号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26480" y="4032504"/>
            <a:ext cx="5669280" cy="530352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38" name="Text 36"/>
          <p:cNvSpPr/>
          <p:nvPr/>
        </p:nvSpPr>
        <p:spPr>
          <a:xfrm>
            <a:off x="6217920" y="4032504"/>
            <a:ext cx="5486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resolve_played_cards(cards, PAIR)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'Double Strike' 3伤害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126480" y="324612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core/rules/defeat_rule.gd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126480" y="352044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【胜负判定规则】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126480" y="3776472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监听 skill_resolved，扣敌方HP；监听 player_damage，扣玩家HP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126480" y="4032504"/>
            <a:ext cx="5669280" cy="530352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43" name="Text 41"/>
          <p:cNvSpPr/>
          <p:nvPr/>
        </p:nvSpPr>
        <p:spPr>
          <a:xfrm>
            <a:off x="6217920" y="4032504"/>
            <a:ext cx="5486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enemy_hp -= total_damage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enemy_hp&lt;=0 → WIN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核心文件详解 — Battle &amp; Data &amp; AI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743200" cy="73152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battle/battle_controller.gd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34416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战斗总导演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6184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初始化战斗、管理回合切换、胜负收口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920240"/>
            <a:ext cx="2743200" cy="1024128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947672"/>
            <a:ext cx="256032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start_battle()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_on_turn_ended(side)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_on_battle_over_screen_requested()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46120" y="960120"/>
            <a:ext cx="274320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960120"/>
            <a:ext cx="2743200" cy="73152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097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battle/player_controller.gd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37560" y="134416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玩家行为入口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16184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管理手牌/抽牌/出牌，连接 Events 信号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46120" y="1920240"/>
            <a:ext cx="2743200" cy="1024128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1947672"/>
            <a:ext cx="256032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init_deck(deck_data)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draw_cards(5)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_on_play_cards_requested(cards)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217920" y="960120"/>
            <a:ext cx="274320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960120"/>
            <a:ext cx="2743200" cy="73152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1097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battle/enemy_controller.gd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09360" y="134416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敌方回合控制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09360" y="16184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监听 turn_started，调用AI决策，执行攻击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17920" y="1920240"/>
            <a:ext cx="2743200" cy="1024128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1947672"/>
            <a:ext cx="256032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监听 Events.turn_started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AI.decide_action(context)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Events.player_damage_requested.emit(dmg,'enemy')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9189720" y="960120"/>
            <a:ext cx="274320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189720" y="960120"/>
            <a:ext cx="2743200" cy="73152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27" name="Text 25"/>
          <p:cNvSpPr/>
          <p:nvPr/>
        </p:nvSpPr>
        <p:spPr>
          <a:xfrm>
            <a:off x="9281160" y="1097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battle/ai/simple_weight_ai.gd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281160" y="134416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简单权重AI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281160" y="16184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根据权重区间确定性选择 attack/defend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189720" y="1920240"/>
            <a:ext cx="2743200" cy="1024128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31" name="Text 29"/>
          <p:cNvSpPr/>
          <p:nvPr/>
        </p:nvSpPr>
        <p:spPr>
          <a:xfrm>
            <a:off x="9281160" y="1947672"/>
            <a:ext cx="256032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bucket = turn_index % total_weight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bucket &lt; attack_weight → attack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74320" y="3154680"/>
            <a:ext cx="274320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3154680"/>
            <a:ext cx="27432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3291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deck/deck_manager.gd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5760" y="353872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牌堆管理器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65760" y="38130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就绪牌堆与弃牌堆，抽牌/弃牌核心逻辑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4114800"/>
            <a:ext cx="2743200" cy="1024128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4142232"/>
            <a:ext cx="256032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draw_card() → Card or null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discard_card(card, reason)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246120" y="3154680"/>
            <a:ext cx="274320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246120" y="3154680"/>
            <a:ext cx="27432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1" name="Text 39"/>
          <p:cNvSpPr/>
          <p:nvPr/>
        </p:nvSpPr>
        <p:spPr>
          <a:xfrm>
            <a:off x="3337560" y="3291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deck/hand_manager.gd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337560" y="353872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手牌管理器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337560" y="38130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手牌增删，监听 hand_changed 刷新UI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246120" y="4114800"/>
            <a:ext cx="2743200" cy="1024128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45" name="Text 43"/>
          <p:cNvSpPr/>
          <p:nvPr/>
        </p:nvSpPr>
        <p:spPr>
          <a:xfrm>
            <a:off x="3337560" y="4142232"/>
            <a:ext cx="256032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add_card(card)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remove_card(card)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discard_all()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217920" y="3154680"/>
            <a:ext cx="274320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217920" y="3154680"/>
            <a:ext cx="27432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8" name="Text 46"/>
          <p:cNvSpPr/>
          <p:nvPr/>
        </p:nvSpPr>
        <p:spPr>
          <a:xfrm>
            <a:off x="6309360" y="3291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customresources/card_data.gd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309360" y="353872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卡牌数据Resource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309360" y="38130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花色、点数、ID、显示名称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217920" y="4114800"/>
            <a:ext cx="2743200" cy="1024128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52" name="Text 50"/>
          <p:cNvSpPr/>
          <p:nvPr/>
        </p:nvSpPr>
        <p:spPr>
          <a:xfrm>
            <a:off x="6309360" y="4142232"/>
            <a:ext cx="256032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card.suit = Suit.HEART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card.rank = 7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card.get_short_text()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9189720" y="3154680"/>
            <a:ext cx="274320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9189720" y="3154680"/>
            <a:ext cx="27432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5" name="Text 53"/>
          <p:cNvSpPr/>
          <p:nvPr/>
        </p:nvSpPr>
        <p:spPr>
          <a:xfrm>
            <a:off x="9281160" y="3291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customresources/skill_data.gd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9281160" y="353872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技能数据Resource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9281160" y="38130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技能名、对应牌型、基础伤害、描述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9189720" y="4114800"/>
            <a:ext cx="2743200" cy="1024128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59" name="Text 57"/>
          <p:cNvSpPr/>
          <p:nvPr/>
        </p:nvSpPr>
        <p:spPr>
          <a:xfrm>
            <a:off x="9281160" y="4142232"/>
            <a:ext cx="256032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skill_name = 'Double Strike'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pattern_type = PAIR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base_damage = 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关键流程 — 回合阶段流转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0120" y="1188720"/>
            <a:ext cx="1463040" cy="14630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18872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TURN_START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回合开始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重置非单张使用标记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6032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B0B0B0"/>
                </a:solidFill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1463040" cy="14630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18872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71800" y="2743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抽牌阶段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71800" y="3108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固定抽5张 → 发hand_changed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204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B0B0B0"/>
                </a:solidFill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5623560" y="1188720"/>
            <a:ext cx="1463040" cy="146304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5" name="Text 13"/>
          <p:cNvSpPr/>
          <p:nvPr/>
        </p:nvSpPr>
        <p:spPr>
          <a:xfrm>
            <a:off x="5623560" y="118872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03520" y="2743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出牌阶段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03520" y="3108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玩家手动选牌/出牌/结束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22376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B0B0B0"/>
                </a:solidFill>
              </a:rPr>
              <a:t>→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7955280" y="1188720"/>
            <a:ext cx="1463040" cy="1463040"/>
          </a:xfrm>
          <a:prstGeom prst="ellipse">
            <a:avLst/>
          </a:prstGeom>
          <a:solidFill>
            <a:srgbClr val="D946EF"/>
          </a:solidFill>
          <a:ln/>
        </p:spPr>
      </p:sp>
      <p:sp>
        <p:nvSpPr>
          <p:cNvPr id="20" name="Text 18"/>
          <p:cNvSpPr/>
          <p:nvPr/>
        </p:nvSpPr>
        <p:spPr>
          <a:xfrm>
            <a:off x="7955280" y="118872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DISCARD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635240" y="2743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4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弃牌阶段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635240" y="3108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手牌&gt;8时必须弃到≤8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55548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B0B0B0"/>
                </a:solidFill>
              </a:rPr>
              <a:t>→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10287000" y="1188720"/>
            <a:ext cx="1463040" cy="1463040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25" name="Text 23"/>
          <p:cNvSpPr/>
          <p:nvPr/>
        </p:nvSpPr>
        <p:spPr>
          <a:xfrm>
            <a:off x="10287000" y="118872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TURN_END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966960" y="2743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3F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回合结束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966960" y="3108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触发turn_ended → 敌方回合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749040"/>
            <a:ext cx="112471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749040"/>
            <a:ext cx="91440" cy="274320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384048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调用流程（以 PLAY → DISCARD 为例）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31520" y="4297680"/>
            <a:ext cx="107899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玩家点击「结束出牌阶段」按钮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BattleController 收到 Events.player_turn_ended.emit()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调用 turn_manager.complete_current_phase()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TurnManager 发出 Events.phase_changed(Phase.PlayerPhase.DISCARD)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PlayerController._on_phase_changed(DISCARD) 被触发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若手牌 &gt; 8 → 等待玩家手动弃牌；若 ≤ 8 → 自动 emit phase_advance_requested()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关键流程 — 出牌与技能结算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84048" cy="38404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60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96012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玩家在手牌UI点击选中卡牌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307592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0B0"/>
                </a:solidFill>
              </a:rPr>
              <a:t>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384048" cy="38404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508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150876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HandUI 更新 selected_ids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856232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0B0"/>
                </a:solidFill>
              </a:rPr>
              <a:t>↓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057400"/>
            <a:ext cx="384048" cy="38404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057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205740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PatternEngine.detect() 识别牌型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2404872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0B0"/>
                </a:solidFill>
              </a:rPr>
              <a:t>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606040"/>
            <a:ext cx="384048" cy="38404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606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260604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Events.pattern_updated 刷新提示UI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2953512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0B0"/>
                </a:solidFill>
              </a:rPr>
              <a:t>↓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154680"/>
            <a:ext cx="384048" cy="384048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154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315468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玩家点击「打出选牌」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3502152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0B0"/>
                </a:solidFill>
              </a:rPr>
              <a:t>↓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703320"/>
            <a:ext cx="384048" cy="384048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3703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" y="370332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Events.play_cards_requested.emit()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4050792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0B0"/>
                </a:solidFill>
              </a:rPr>
              <a:t>↓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251960"/>
            <a:ext cx="384048" cy="384048"/>
          </a:xfrm>
          <a:prstGeom prst="ellipse">
            <a:avLst/>
          </a:prstGeom>
          <a:solidFill>
            <a:srgbClr val="D946EF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4251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68680" y="425196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PlayerController 校验阶段+牌型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5760" y="4599432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0B0"/>
                </a:solidFill>
              </a:rPr>
              <a:t>↓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4800600"/>
            <a:ext cx="384048" cy="38404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4800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68680" y="480060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SkillResolver.resolve_played_cards()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65760" y="5148072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0B0"/>
                </a:solidFill>
              </a:rPr>
              <a:t>↓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5349240"/>
            <a:ext cx="384048" cy="38404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5349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68680" y="534924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查技能库 → 计算总伤害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65760" y="5696712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0B0"/>
                </a:solidFill>
              </a:rPr>
              <a:t>↓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5897880"/>
            <a:ext cx="384048" cy="384048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" y="58978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68680" y="589788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Events.skill_resolved.emit(牌型,技能名,总伤害)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943600" y="960120"/>
            <a:ext cx="5943600" cy="539496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44" name="Text 42"/>
          <p:cNvSpPr/>
          <p:nvPr/>
        </p:nvSpPr>
        <p:spPr>
          <a:xfrm>
            <a:off x="6126480" y="10972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D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技能数据库（skill_resolver.gd 内置）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080760" y="1600200"/>
            <a:ext cx="5669280" cy="548640"/>
          </a:xfrm>
          <a:prstGeom prst="rect">
            <a:avLst/>
          </a:prstGeom>
          <a:solidFill>
            <a:srgbClr val="3D3D5C"/>
          </a:solidFill>
          <a:ln/>
        </p:spPr>
      </p:sp>
      <p:sp>
        <p:nvSpPr>
          <p:cNvPr id="46" name="Text 44"/>
          <p:cNvSpPr/>
          <p:nvPr/>
        </p:nvSpPr>
        <p:spPr>
          <a:xfrm>
            <a:off x="6172200" y="1600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牌型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技能名称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伤害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080760" y="2194560"/>
            <a:ext cx="5669280" cy="54864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48" name="Text 46"/>
          <p:cNvSpPr/>
          <p:nvPr/>
        </p:nvSpPr>
        <p:spPr>
          <a:xfrm>
            <a:off x="6172200" y="21945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8E8"/>
                </a:solidFill>
              </a:rPr>
              <a:t>SINGLE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</a:rPr>
              <a:t>Slash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8C379"/>
                </a:solidFill>
              </a:rPr>
              <a:t>1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080760" y="2788920"/>
            <a:ext cx="5669280" cy="548640"/>
          </a:xfrm>
          <a:prstGeom prst="rect">
            <a:avLst/>
          </a:prstGeom>
          <a:solidFill>
            <a:srgbClr val="2D2D4A"/>
          </a:solidFill>
          <a:ln/>
        </p:spPr>
      </p:sp>
      <p:sp>
        <p:nvSpPr>
          <p:cNvPr id="50" name="Text 48"/>
          <p:cNvSpPr/>
          <p:nvPr/>
        </p:nvSpPr>
        <p:spPr>
          <a:xfrm>
            <a:off x="6172200" y="27889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8E8"/>
                </a:solidFill>
              </a:rPr>
              <a:t>PAIR（对子）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</a:rPr>
              <a:t>Double Strike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8C379"/>
                </a:solidFill>
              </a:rPr>
              <a:t>3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080760" y="3383280"/>
            <a:ext cx="5669280" cy="54864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52" name="Text 50"/>
          <p:cNvSpPr/>
          <p:nvPr/>
        </p:nvSpPr>
        <p:spPr>
          <a:xfrm>
            <a:off x="6172200" y="33832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8E8"/>
                </a:solidFill>
              </a:rPr>
              <a:t>THREE_OF_A_KIND（三条）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</a:rPr>
              <a:t>Great Bash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8C379"/>
                </a:solidFill>
              </a:rPr>
              <a:t>6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126480" y="374904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75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打出对子时的关键日志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126480" y="41148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[SkillResolver] Detected PAIR, Triggered Double Strike, Dealing 3 Damage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126480" y="4498848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[DefeatRule] 敌方受击: -3 HP, 10 -&gt; 7, skill=Double Strike, pattern=2, cards=2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126480" y="489204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[DefeatRule] 战斗结束：胜利  ← 敌方HP归零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126480" y="530352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ECD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↑ 牌型 → 技能名 → 伤害量 → HP扣减 → 胜负判定 全链路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关键流程 — 伤害与弃牌规则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3949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5394960" cy="9144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3F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敌方攻击流程（受伤 = 弃牌）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50292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EnemyController 调用 Events.player_damage_requested.emit(1, "enemy_attack")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DamageRule 监听 → 发出 player_hit + player_forced_discard_requested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PlayerController._on_player_forced_discard_requested(amount=1)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按手牌顺序取前 amount 张，移入弃牌堆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Events.player_forced_discard_applied.emit()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DefeatRule 扣减 player_hp -= amount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若 player_hp ≤ 0 → emit battle_over_screen_requested(LOSE)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1005840"/>
            <a:ext cx="56692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26480" y="1005840"/>
            <a:ext cx="5669280" cy="9144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18872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弃牌阶段规则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09360" y="1691640"/>
            <a:ext cx="53035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规则：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若手牌数量 ≤ max_hand_size (8)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→ 无需弃牌，自动进入敌方回合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若手牌数量 &gt; max_hand_size (8)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→ 玩家必须手动选牌弃置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→ 直到手牌数量 ≤ 8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→ 自动进入敌方回合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示例：手牌=10 → 需弃2张 → 剩余8张 → 继续敌方回合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931920"/>
            <a:ext cx="1143000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40233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两种伤害来源的对比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3657600" cy="329184"/>
          </a:xfrm>
          <a:prstGeom prst="rect">
            <a:avLst/>
          </a:prstGeom>
          <a:solidFill>
            <a:srgbClr val="F1F3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48056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06240" y="4480560"/>
            <a:ext cx="3657600" cy="329184"/>
          </a:xfrm>
          <a:prstGeom prst="rect">
            <a:avLst/>
          </a:prstGeom>
          <a:solidFill>
            <a:srgbClr val="F1F3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448056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玩家出牌（技能伤害）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863840" y="4480560"/>
            <a:ext cx="3657600" cy="329184"/>
          </a:xfrm>
          <a:prstGeom prst="rect">
            <a:avLst/>
          </a:prstGeom>
          <a:solidFill>
            <a:srgbClr val="F1F3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0" y="448056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敌方攻击（敌人回合）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828032"/>
            <a:ext cx="3657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828032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伤害目标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206240" y="4828032"/>
            <a:ext cx="3657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0" y="4828032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敌方HP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863840" y="4828032"/>
            <a:ext cx="3657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4828032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玩家HP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5175504"/>
            <a:ext cx="3657600" cy="329184"/>
          </a:xfrm>
          <a:prstGeom prst="rect">
            <a:avLst/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5175504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伤害量来源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206240" y="5175504"/>
            <a:ext cx="3657600" cy="329184"/>
          </a:xfrm>
          <a:prstGeom prst="rect">
            <a:avLst/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0" y="5175504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SkillResolver技能库（按牌型）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63840" y="5175504"/>
            <a:ext cx="3657600" cy="329184"/>
          </a:xfrm>
          <a:prstGeom prst="rect">
            <a:avLst/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55280" y="5175504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EnemyController配置（固定值）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5522976"/>
            <a:ext cx="3657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5522976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触发信号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206240" y="5522976"/>
            <a:ext cx="3657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97680" y="5522976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Events.skill_resolved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863840" y="5522976"/>
            <a:ext cx="3657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55280" y="5522976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Events.player_damage_requested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" y="5870448"/>
            <a:ext cx="3657600" cy="329184"/>
          </a:xfrm>
          <a:prstGeom prst="rect">
            <a:avLst/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587044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后续效果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206240" y="5870448"/>
            <a:ext cx="3657600" cy="329184"/>
          </a:xfrm>
          <a:prstGeom prst="rect">
            <a:avLst/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97680" y="587044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DefeatRule扣敌方HP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863840" y="5870448"/>
            <a:ext cx="3657600" cy="329184"/>
          </a:xfrm>
          <a:prstGeom prst="rect">
            <a:avLst/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55280" y="587044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DamageRule触发弃牌 + DefeatRule扣玩家HP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技能伤害表（MVP）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对子(PAIR)与三条(THREE_OF_A_KIND)触发技能，造成对应技能伤害，而非逐张累加1点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12471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137160" cy="1188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00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SINGLE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01752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0B0B0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520440" y="1691640"/>
            <a:ext cx="3200400" cy="640080"/>
          </a:xfrm>
          <a:prstGeom prst="rect">
            <a:avLst/>
          </a:prstGeom>
          <a:solidFill>
            <a:srgbClr val="6366F1">
              <a:alpha val="9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6916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Slash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040880" y="1600200"/>
            <a:ext cx="914400" cy="914400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0" y="1600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001000" y="17830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3F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伤害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0" y="1828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普攻，每次出牌均可使用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112471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834640"/>
            <a:ext cx="137160" cy="1188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2971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PAIR（对子）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01752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0B0B0"/>
                </a:solidFill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3520440" y="3063240"/>
            <a:ext cx="3200400" cy="640080"/>
          </a:xfrm>
          <a:prstGeom prst="rect">
            <a:avLst/>
          </a:prstGeom>
          <a:solidFill>
            <a:srgbClr val="8B5CF6">
              <a:alpha val="9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520440" y="30632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Double Strike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040880" y="2971800"/>
            <a:ext cx="914400" cy="914400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0" y="2971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001000" y="31546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3F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伤害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0" y="3200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本回合仅可使用一次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206240"/>
            <a:ext cx="112471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206240"/>
            <a:ext cx="137160" cy="11887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343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THREE（三条）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017520" y="4526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0B0B0"/>
                </a:solidFill>
              </a:rPr>
              <a:t>→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3520440" y="4434840"/>
            <a:ext cx="3200400" cy="640080"/>
          </a:xfrm>
          <a:prstGeom prst="rect">
            <a:avLst/>
          </a:prstGeom>
          <a:solidFill>
            <a:srgbClr val="E94560">
              <a:alpha val="9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3520440" y="44348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Great Bash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7040880" y="4343400"/>
            <a:ext cx="914400" cy="914400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0" y="4343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8001000" y="45262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3F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伤害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144000" y="4572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本回合仅可使用一次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5623560"/>
            <a:ext cx="11247120" cy="73152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56235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核心设计：三条(6伤害) &gt; 对子(3伤害) &gt; 单张(1伤害) —— 鼓励玩家组合高牌型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测试与验收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486400" cy="5303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109728" cy="530352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单元测试（tests/）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test_pattern_engine.gd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0" y="16459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PASS 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9933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牌型识别：单张/对子/三条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5603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test_damage_rule.gd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0" y="25603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逻辑验证通过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9077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伤害=弃牌映射（手动验证）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4747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test_turn_manager.gd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97680" y="34747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逻辑验证通过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8221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5阶段流转与回合切换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4206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运行方式（Godot CLI）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572000"/>
            <a:ext cx="5029200" cy="146304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1772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godot --headless --path 项目路径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--script res://tests/test_xxx.gd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或直接运行主场景：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godot --headless --path 项目路径 --quit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1005840"/>
            <a:ext cx="5669280" cy="5303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005840"/>
            <a:ext cx="109728" cy="53035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10972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MVP 验收清单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0080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A34A"/>
                </a:solidFill>
              </a:rPr>
              <a:t>☑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12280" y="16002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战斗可正常启动，进入出牌阶段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A34A"/>
                </a:solidFill>
              </a:rPr>
              <a:t>☑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12280" y="20574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抽牌阶段固定抽5张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A34A"/>
                </a:solidFill>
              </a:rPr>
              <a:t>☑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12280" y="25146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可选中手牌并看到高亮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0" y="2971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A34A"/>
                </a:solidFill>
              </a:rPr>
              <a:t>☑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812280" y="2971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打出对子 → 日志显示3伤害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A34A"/>
                </a:solidFill>
              </a:rPr>
              <a:t>☑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12280" y="34290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打出三条 → 日志显示6伤害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0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A34A"/>
                </a:solidFill>
              </a:rPr>
              <a:t>☑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12280" y="38862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敌方回合自动造成1伤害并弃牌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0" y="4343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A34A"/>
                </a:solidFill>
              </a:rPr>
              <a:t>☑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812280" y="43434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玩家HP归零 → Game Over!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00800" y="4800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A34A"/>
                </a:solidFill>
              </a:rPr>
              <a:t>☑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812280" y="48006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敌方HP归零 → Victorious!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00800" y="5257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A34A"/>
                </a:solidFill>
              </a:rPr>
              <a:t>☑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812280" y="5257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IntentUI 显示敌方意图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00800" y="5715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A34A"/>
                </a:solidFill>
              </a:rPr>
              <a:t>☑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812280" y="57150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弃牌阶段规则正确（&gt;8时必须弃）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400800" y="58521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全部通过 —— MVP 封板完成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MVP 完成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5029200" y="2834640"/>
            <a:ext cx="2103120" cy="4572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0175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0A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类《杀戮尖塔》卡牌游戏原型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06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事件驱动 · 模块分层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06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牌型识别 → 技能结算 → 伤害规则 → 胜负判定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06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5天完成 · 可演示版本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04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Godot 4.6.1 + GDScript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Godot卡牌游戏MVP技术总结</dc:title>
  <dc:subject>PptxGenJS Presentation</dc:subject>
  <dc:creator>Sisyphus AI</dc:creator>
  <cp:lastModifiedBy>Sisyphus AI</cp:lastModifiedBy>
  <cp:revision>1</cp:revision>
  <dcterms:created xsi:type="dcterms:W3CDTF">2026-03-20T07:20:56Z</dcterms:created>
  <dcterms:modified xsi:type="dcterms:W3CDTF">2026-03-20T07:20:56Z</dcterms:modified>
</cp:coreProperties>
</file>